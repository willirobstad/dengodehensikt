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686df02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686df02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686df0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686df0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86df02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86df02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686df02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686df02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6686df02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6686df02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86df02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686df02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686df02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686df02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686df02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686df02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686df02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6686df0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686df02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6686df02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9183b4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69183b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n-gode-hensikt.vercel.app/#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DEN GODE HENSIKT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En aksjeklubb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Startbeløp + månedlige fradrag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Et holdingselskap/AS holder pengene (“Den Gode Hensikt Aksjeklubb AS”)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Hva? 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912" y="2274625"/>
            <a:ext cx="7568176" cy="20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Hvem?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6200"/>
              <a:t>SOGBMG</a:t>
            </a:r>
            <a:endParaRPr sz="62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6200"/>
              <a:t>Medlemskap er høyst frivillig, les vedtekter herunder “Medlemskap”:</a:t>
            </a:r>
            <a:endParaRPr/>
          </a:p>
          <a:p>
            <a:pPr indent="0" lvl="0" marL="0" rtl="0" algn="l">
              <a:lnSpc>
                <a:spcPct val="1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no" sz="5835">
                <a:solidFill>
                  <a:schemeClr val="dk1"/>
                </a:solidFill>
              </a:rPr>
              <a:t>Medlemskap i DGHA krever innbetaling av en gitt sum til foreningens investeringsfond. Summen bestemmes av Hovedstyret (HS) og er lik for alle medlemmer.</a:t>
            </a:r>
            <a:endParaRPr sz="583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no" sz="5835">
                <a:solidFill>
                  <a:srgbClr val="6B7F99"/>
                </a:solidFill>
                <a:highlight>
                  <a:srgbClr val="0B0F1A"/>
                </a:highlight>
              </a:rPr>
              <a:t>Nye medlemmer</a:t>
            </a:r>
            <a:endParaRPr sz="5835">
              <a:solidFill>
                <a:srgbClr val="6B7F99"/>
              </a:solidFill>
              <a:highlight>
                <a:srgbClr val="0B0F1A"/>
              </a:highlight>
            </a:endParaRPr>
          </a:p>
          <a:p>
            <a:pPr indent="0" lvl="0" marL="0" rtl="0" algn="l">
              <a:lnSpc>
                <a:spcPct val="18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no" sz="5835">
                <a:solidFill>
                  <a:schemeClr val="dk1"/>
                </a:solidFill>
              </a:rPr>
              <a:t>Alle nye medlemmer må ved Generalvorsamlingen stemmes inn, beslutningen krever enstemmighet. Nye medlemmer anses umiddelbart som likeverdige Herrer.</a:t>
            </a:r>
            <a:endParaRPr sz="583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no" sz="5835">
                <a:solidFill>
                  <a:srgbClr val="6B7F99"/>
                </a:solidFill>
                <a:highlight>
                  <a:srgbClr val="0B0F1A"/>
                </a:highlight>
              </a:rPr>
              <a:t>Avskjeder</a:t>
            </a:r>
            <a:endParaRPr sz="5835">
              <a:solidFill>
                <a:srgbClr val="6B7F99"/>
              </a:solidFill>
              <a:highlight>
                <a:srgbClr val="0B0F1A"/>
              </a:highlight>
            </a:endParaRPr>
          </a:p>
          <a:p>
            <a:pPr indent="0" lvl="0" marL="0" rtl="0" algn="l">
              <a:lnSpc>
                <a:spcPct val="18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no" sz="5835">
                <a:solidFill>
                  <a:schemeClr val="dk1"/>
                </a:solidFill>
              </a:rPr>
              <a:t>Dersom et medlem av DGHA ønsker sitt medlemskap annullert, og er helt sikker i sin sak på dette, skal medlemmets andel av fondet utbetales til medlemmet som avskjediges.</a:t>
            </a:r>
            <a:endParaRPr sz="583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Hvorfor?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DGH vedtekter, herunder “Foreningens formål”: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2000">
                <a:solidFill>
                  <a:schemeClr val="dk1"/>
                </a:solidFill>
              </a:rPr>
              <a:t>“</a:t>
            </a:r>
            <a:r>
              <a:rPr lang="no" sz="1500">
                <a:solidFill>
                  <a:schemeClr val="dk1"/>
                </a:solidFill>
              </a:rPr>
              <a:t>Den Gode Hensikt Aksjeklubb (herved omtalt DGHA) søker å bringe den gode hensikt for de ærede medlemmer, der hensikten er bevaring av sosial profil samt hyggelig samvær</a:t>
            </a:r>
            <a:r>
              <a:rPr lang="no" sz="1500">
                <a:solidFill>
                  <a:schemeClr val="dk1"/>
                </a:solidFill>
              </a:rPr>
              <a:t>”</a:t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En arena for å samles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Overskudd/avkastning → Sosialt hygge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Langsiktige mål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Eksempel 1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5757600" cy="3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Bjørn Willy Robstad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“Aksjeklubben” opprettet i studietid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Startinnskudd + månedlige innskudd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Avkastning brukes til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Generalforsamling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Rakfisklag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Sporadiske turer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Portefølje utelukkende i fond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“Med alle gutta i samfunnskritiske stillinger finnes det ikke lenger noen aksjer som ikke kan få oss 15 år i buret grunnet innsidehandel (wallah)” (parafrasert)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“Sosialt hygge er ikke nok til å samle gutta, det må økonomiske insentiver til” (faktisk ikke parafrasert)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744" y="1152474"/>
            <a:ext cx="2993258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Eksempel 2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519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Sigurd Rugsland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Aksjeklubben opprettet i yngre alder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Startinnskudd + månedlige innskudd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Overskudd/avkastning går til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Kvartalsmøter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Årlig blåtur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Portefølje i aksjer, utbytte/høy -og lavrisiko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“Krig går aldri av moten” (parafrasert, muligens også bare oppfunnet)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7600" y="1727100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La oss ta en titt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o" u="sng">
                <a:solidFill>
                  <a:schemeClr val="hlink"/>
                </a:solidFill>
                <a:hlinkClick r:id="rId3"/>
              </a:rPr>
              <a:t>https://den-gode-hensikt.vercel.app/#/</a:t>
            </a:r>
            <a:r>
              <a:rPr lang="no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Del 2: Fra kødd til alvor</a:t>
            </a:r>
            <a:endParaRPr/>
          </a:p>
        </p:txBody>
      </p:sp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Risiko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Alltid en reell risiko ved investeringer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Fond/aksjer?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Forslag til plan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15 000 kr startinnskudd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200 kr månedlig AvtaleGiro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Roller/generalforsamling 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Leder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Økonomiansvarlig(e)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Sosialansvarlig(e)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Et produkt av alles innsats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Jeg er initiativtaker, alle medlemmer er likeverdige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Mentalt og fysisk eierskap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Medlemskap er høyst frivillig, men sterkt anbefalt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Veien videre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Alt er good og klart til å “launche” januar 2027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Medlemmer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Betaling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Vedtekter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no"/>
              <a:t>BrReg opprette 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VIKTIG: Dette er bevaring av våre gode relasjoner, ikke ekskludering av andre vennskap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